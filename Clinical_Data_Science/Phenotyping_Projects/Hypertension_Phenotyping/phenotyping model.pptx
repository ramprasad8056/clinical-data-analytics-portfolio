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4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078" y="1794782"/>
            <a:ext cx="8539843" cy="3784146"/>
          </a:xfrm>
        </p:spPr>
        <p:txBody>
          <a:bodyPr>
            <a:normAutofit fontScale="90000"/>
          </a:bodyPr>
          <a:lstStyle/>
          <a:p>
            <a:r>
              <a:rPr lang="en-GB" dirty="0"/>
              <a:t>Hypertension Phenotyping Evaluation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Name: RAMPRASAD M
Data Source: Google </a:t>
            </a:r>
            <a:r>
              <a:rPr lang="en-GB" dirty="0" err="1"/>
              <a:t>BigQuery</a:t>
            </a:r>
            <a:r>
              <a:rPr lang="en-GB" dirty="0"/>
              <a:t>: course3_data.hypertension_goldstandard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2. Clinical Background</a:t>
            </a:r>
            <a:br>
              <a:rPr lang="en-GB" b="1" dirty="0"/>
            </a:b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4115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Definition:
Systolic BP ≥ 140 mmHg on ≥ 2 occasions
Diastolic BP ≥ 90 mmHg on ≥ 2 occasions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ICD Codes:
401.0 – Malignant essential hypertension
401.1 – Benign essential hypertension
401.9 – Unspecified essential hypertension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Treatment Indicators:
Mention antihypertensive drug categories (ACE inhibitors, ARBs, β-blockers, diuretics, etc.)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3. Algorithm Development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Explain how you identified hypertension from the database:
Based on ICD-9 codes, BP readings, or antihypertensive prescriptions
Example algorithms:
1. ICD-9 codes alone
2. BP criteria + ICD-9 codes
3. Antihypertensive drugs + ICD-9 codes</a:t>
            </a:r>
            <a:br>
              <a:rPr lang="en-GB" dirty="0"/>
            </a:b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CB8A1C-C7EC-767C-D494-CA2E7E9DEA64}"/>
              </a:ext>
            </a:extLst>
          </p:cNvPr>
          <p:cNvSpPr txBox="1"/>
          <p:nvPr/>
        </p:nvSpPr>
        <p:spPr>
          <a:xfrm>
            <a:off x="392744" y="731087"/>
            <a:ext cx="8591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000" b="1" dirty="0"/>
              <a:t>Performance Evaluation
</a:t>
            </a:r>
            <a:r>
              <a:rPr lang="en-GB" sz="2000" dirty="0"/>
              <a:t>Compare your algorithm(s) with the gold standard table (</a:t>
            </a:r>
            <a:r>
              <a:rPr lang="en-GB" sz="2000" dirty="0" err="1"/>
              <a:t>hypertension_goldstandard</a:t>
            </a:r>
            <a:r>
              <a:rPr lang="en-GB" sz="2000" dirty="0"/>
              <a:t>).
Example metrics (calculated from matching patient Ids):</a:t>
            </a:r>
          </a:p>
          <a:p>
            <a:pPr marL="0" indent="0">
              <a:buNone/>
            </a:pPr>
            <a:r>
              <a:rPr lang="en-GB" sz="2000" dirty="0"/>
              <a:t>Algorithm	Sensitivity	Specificity	PPV	NPV
ICD-9 only	97%	3%	86%	14%
ICD + BP	92%	8%	83%	17%
ICD + Drugs	94%	6%	84%	16%</a:t>
            </a:r>
          </a:p>
          <a:p>
            <a:pPr marL="0" indent="0">
              <a:buNone/>
            </a:pPr>
            <a:endParaRPr lang="en-GB" sz="2000" dirty="0"/>
          </a:p>
          <a:p>
            <a:pPr marL="0" indent="0">
              <a:buNone/>
            </a:pPr>
            <a:r>
              <a:rPr lang="en-GB" sz="2000" dirty="0"/>
              <a:t>The algorithm that balances sensitivity and PPV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9574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79385"/>
            <a:ext cx="8229600" cy="289922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The best-performing hypertension phenotyping algorithm combined ICD-9 codes with blood pressure data (Sensitivity: 92%, PPV: 84%), providing a clinically meaningful balance of accuracy and generalizability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277</Words>
  <Application>Microsoft Office PowerPoint</Application>
  <PresentationFormat>On-screen Show (4:3)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Hypertension Phenotyping Evaluation  Name: RAMPRASAD M
Data Source: Google BigQuery: course3_data.hypertension_goldstandard</vt:lpstr>
      <vt:lpstr>2. Clinical Background </vt:lpstr>
      <vt:lpstr>3. Algorithm Development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 Process: Transforming MIMIC-III Data to OMOP CDM</dc:title>
  <dc:subject/>
  <dc:creator/>
  <cp:keywords/>
  <dc:description>generated using python-pptx</dc:description>
  <cp:lastModifiedBy>RAM PRASAD</cp:lastModifiedBy>
  <cp:revision>6</cp:revision>
  <dcterms:created xsi:type="dcterms:W3CDTF">2013-01-27T09:14:16Z</dcterms:created>
  <dcterms:modified xsi:type="dcterms:W3CDTF">2025-12-15T16:32:25Z</dcterms:modified>
  <cp:category/>
</cp:coreProperties>
</file>