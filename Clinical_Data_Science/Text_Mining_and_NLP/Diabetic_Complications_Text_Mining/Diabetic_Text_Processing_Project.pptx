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41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860" y="1326516"/>
            <a:ext cx="2240280" cy="776922"/>
          </a:xfrm>
        </p:spPr>
        <p:txBody>
          <a:bodyPr/>
          <a:lstStyle/>
          <a:p>
            <a:r>
              <a:rPr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521"/>
            <a:ext cx="8229600" cy="1828800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Identifying Diabetic Complications from Clinical Notes</a:t>
            </a:r>
          </a:p>
          <a:p>
            <a:pPr marL="0" indent="0" algn="ctr">
              <a:buNone/>
            </a:pPr>
            <a:r>
              <a:rPr dirty="0"/>
              <a:t>Text Processing &amp; Regular Expression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Diabetes is a chronic metabolic disorder affecting blood glucose regulation</a:t>
            </a:r>
          </a:p>
          <a:p>
            <a:r>
              <a:t>• Poor glycemic control leads to complications</a:t>
            </a:r>
          </a:p>
          <a:p>
            <a:r>
              <a:t>• This project focuses on:</a:t>
            </a:r>
          </a:p>
          <a:p>
            <a:r>
              <a:t>  – Diabetic Neuropathy</a:t>
            </a:r>
          </a:p>
          <a:p>
            <a:r>
              <a:t>  – Diabetic Nephropathy</a:t>
            </a:r>
          </a:p>
          <a:p>
            <a:r>
              <a:t>  – Diabetic Retinopathy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 &amp; 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• Automatically identify diabetic complications from clinical notes</a:t>
            </a:r>
          </a:p>
          <a:p>
            <a:endParaRPr/>
          </a:p>
          <a:p>
            <a:r>
              <a:t>Data Source:</a:t>
            </a:r>
          </a:p>
          <a:p>
            <a:r>
              <a:t>• course4_data.diabetes_notes</a:t>
            </a:r>
          </a:p>
          <a:p>
            <a:r>
              <a:t>• course4_data.diabetes_goldstandard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Processing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Keyword-based text mining approach</a:t>
            </a:r>
          </a:p>
          <a:p>
            <a:r>
              <a:t>• Regular expressions used to capture clinical terms</a:t>
            </a:r>
          </a:p>
          <a:p>
            <a:r>
              <a:t>• Case-insensitive matching</a:t>
            </a:r>
          </a:p>
          <a:p>
            <a:r>
              <a:t>• Entire clinical note text analyzed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Keywords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839200" cy="466344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Neuropathy:</a:t>
            </a:r>
          </a:p>
          <a:p>
            <a:r>
              <a:rPr dirty="0"/>
              <a:t>neuropathy, numbness, tingling, burning pain</a:t>
            </a:r>
          </a:p>
          <a:p>
            <a:endParaRPr dirty="0"/>
          </a:p>
          <a:p>
            <a:r>
              <a:rPr dirty="0"/>
              <a:t>Nephropathy:</a:t>
            </a:r>
          </a:p>
          <a:p>
            <a:r>
              <a:rPr dirty="0"/>
              <a:t>nephropathy, kidney disease, renal failure, proteinuria</a:t>
            </a:r>
          </a:p>
          <a:p>
            <a:endParaRPr dirty="0"/>
          </a:p>
          <a:p>
            <a:r>
              <a:rPr dirty="0"/>
              <a:t>Retinopathy:</a:t>
            </a:r>
          </a:p>
          <a:p>
            <a:r>
              <a:rPr dirty="0"/>
              <a:t>retinopathy, retinal damage, blurred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 Expression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(Neuropathy):</a:t>
            </a:r>
          </a:p>
          <a:p>
            <a:r>
              <a:t>(diabetic )?neuropathy|numb(ness)?|tingling|burning pain</a:t>
            </a:r>
          </a:p>
          <a:p>
            <a:endParaRPr/>
          </a:p>
          <a:p>
            <a:r>
              <a:t>• Captures multiple symptom variations</a:t>
            </a:r>
          </a:p>
          <a:p>
            <a:r>
              <a:t>• Allows optional word 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 Expression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(diabetic )? → matches optional word 'diabetic'</a:t>
            </a:r>
          </a:p>
          <a:p>
            <a:r>
              <a:t>• neuropathy → detects core condition</a:t>
            </a:r>
          </a:p>
          <a:p>
            <a:r>
              <a:t>• numb(ness)? → matches numb or numbness</a:t>
            </a:r>
          </a:p>
          <a:p>
            <a:r>
              <a:t>• | → OR operator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Notes classified as positive if keyword detected</a:t>
            </a:r>
          </a:p>
          <a:p>
            <a:r>
              <a:t>• Separate flags for neuropathy, nephropathy, retinopathy</a:t>
            </a:r>
          </a:p>
          <a:p>
            <a:r>
              <a:t>• Multiple complications allowed per note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Predictions compared with gold standard labels</a:t>
            </a:r>
          </a:p>
          <a:p>
            <a:r>
              <a:t>• Correctly classified notes counted</a:t>
            </a:r>
          </a:p>
          <a:p>
            <a:r>
              <a:t>• Incorrectly classified notes identified</a:t>
            </a:r>
          </a:p>
          <a:p>
            <a:r>
              <a:t>• False positives and false negatives analyzed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&amp; 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 example:</a:t>
            </a:r>
          </a:p>
          <a:p>
            <a:r>
              <a:t>• 'Patient reports burning pain and numbness in feet'</a:t>
            </a:r>
          </a:p>
          <a:p>
            <a:endParaRPr/>
          </a:p>
          <a:p>
            <a:r>
              <a:t>Incorrect example:</a:t>
            </a:r>
          </a:p>
          <a:p>
            <a:r>
              <a:t>• 'No evidence of diabetic neuropathy'</a:t>
            </a:r>
          </a:p>
          <a:p>
            <a:r>
              <a:t>• Error due to lack of negation handling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</a:t>
            </a:r>
          </a:p>
          <a:p>
            <a:r>
              <a:t>• Negation not detected</a:t>
            </a:r>
          </a:p>
          <a:p>
            <a:r>
              <a:t>• Historical conditions misclassified</a:t>
            </a:r>
          </a:p>
          <a:p>
            <a:endParaRPr/>
          </a:p>
          <a:p>
            <a:r>
              <a:t>Future Improvements:</a:t>
            </a:r>
          </a:p>
          <a:p>
            <a:r>
              <a:t>• Negation detection</a:t>
            </a:r>
          </a:p>
          <a:p>
            <a:r>
              <a:t>• Section-based parsing</a:t>
            </a:r>
          </a:p>
          <a:p>
            <a:r>
              <a:t>• Machine learning classifiers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320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Title</vt:lpstr>
      <vt:lpstr>Clinical Background</vt:lpstr>
      <vt:lpstr>Project Objective &amp; Data Source</vt:lpstr>
      <vt:lpstr>Text Processing Approach</vt:lpstr>
      <vt:lpstr>Clinical Keywords Used</vt:lpstr>
      <vt:lpstr>Regular Expression Design</vt:lpstr>
      <vt:lpstr>Regular Expression Explanation</vt:lpstr>
      <vt:lpstr>Classification Method</vt:lpstr>
      <vt:lpstr>Performance Evaluation</vt:lpstr>
      <vt:lpstr>Examples &amp; Error Analysis</vt:lpstr>
      <vt:lpstr>Limitations &amp; 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/>
  <cp:keywords/>
  <dc:description>generated using python-pptx</dc:description>
  <cp:lastModifiedBy>RAM PRASAD</cp:lastModifiedBy>
  <cp:revision>2</cp:revision>
  <dcterms:created xsi:type="dcterms:W3CDTF">2013-01-27T09:14:16Z</dcterms:created>
  <dcterms:modified xsi:type="dcterms:W3CDTF">2025-12-16T14:32:18Z</dcterms:modified>
  <cp:category/>
</cp:coreProperties>
</file>