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Diabetic Complication Identification (R 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Complete R program for text processing, regex, and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Libraries &amp; BigQuery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install.packages('bigrquery'); install.packages('stringr'); install.packages('dplyr')</a:t>
            </a:r>
          </a:p>
          <a:p>
            <a:pPr lvl="1"/>
            <a:r>
              <a:t>library(bigrquery); library(stringr); library(dplyr)</a:t>
            </a:r>
          </a:p>
          <a:p>
            <a:pPr lvl="1"/>
            <a:r>
              <a:t>project_id &lt;- 'learnclinicaldatascience'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Notes &amp; Gold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query_notes &lt;- 'SELECT note_id, note_text FROM course4_data.diabetes_notes'</a:t>
            </a:r>
          </a:p>
          <a:p>
            <a:pPr lvl="1"/>
            <a:r>
              <a:t>notes_df &lt;- bq_project_query(project_id, query_notes) %&gt;% bq_table_download()</a:t>
            </a:r>
          </a:p>
          <a:p>
            <a:pPr lvl="1"/>
            <a:r>
              <a:t>query_gold &lt;- 'SELECT note_id, neuropathy, nephropathy, retinopathy FROM course4_data.diabetes_goldstandard'</a:t>
            </a:r>
          </a:p>
          <a:p>
            <a:pPr lvl="1"/>
            <a:r>
              <a:t>gold_df &lt;- bq_project_query(project_id, query_gold) %&gt;% bq_table_download()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Keywords &amp; Regex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keywords &lt;- list(neuropathy=c('neuropathy','neuropathic','neuropathies'),</a:t>
            </a:r>
          </a:p>
          <a:p>
            <a:pPr lvl="1"/>
            <a:r>
              <a:t> nephropathy=c('nephropathy','renal failure','kidney damage','proteinuria'),</a:t>
            </a:r>
          </a:p>
          <a:p>
            <a:pPr lvl="1"/>
            <a:r>
              <a:t> retinopathy=c('retinopathy','retinal damage','retinal bleeding'))</a:t>
            </a:r>
          </a:p>
          <a:p>
            <a:pPr lvl="1"/>
            <a:r>
              <a:t>regex_neuropathy &lt;- '(?i)neurop\\w+'</a:t>
            </a:r>
          </a:p>
          <a:p>
            <a:pPr lvl="1"/>
            <a:r>
              <a:t>WINDOW &lt;- 10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Window-Based Search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find_complication &lt;- function(text, terms){</a:t>
            </a:r>
          </a:p>
          <a:p>
            <a:pPr lvl="1"/>
            <a:r>
              <a:t> words &lt;- unlist(strsplit(tolower(text), ' '))</a:t>
            </a:r>
          </a:p>
          <a:p>
            <a:pPr lvl="1"/>
            <a:r>
              <a:t> for(i in seq_along(words)){</a:t>
            </a:r>
          </a:p>
          <a:p>
            <a:pPr lvl="1"/>
            <a:r>
              <a:t>  for(term in terms){</a:t>
            </a:r>
          </a:p>
          <a:p>
            <a:pPr lvl="1"/>
            <a:r>
              <a:t>   if(grepl(term, words[i], ignore.case=TRUE)){ return(TRUE) }</a:t>
            </a:r>
          </a:p>
          <a:p>
            <a:pPr lvl="1"/>
            <a:r>
              <a:t>  }}</a:t>
            </a:r>
          </a:p>
          <a:p>
            <a:pPr lvl="1"/>
            <a:r>
              <a:t> return(FALSE)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 Classifier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 lvl="1"/>
            <a:r>
              <a:rPr dirty="0"/>
              <a:t>predictions &lt;- </a:t>
            </a:r>
            <a:r>
              <a:rPr dirty="0" err="1"/>
              <a:t>notes_df</a:t>
            </a:r>
            <a:r>
              <a:rPr dirty="0"/>
              <a:t> %&gt;% </a:t>
            </a:r>
            <a:r>
              <a:rPr dirty="0" err="1"/>
              <a:t>rowwise</a:t>
            </a:r>
            <a:r>
              <a:rPr dirty="0"/>
              <a:t>() %&gt;% mutate(</a:t>
            </a:r>
          </a:p>
          <a:p>
            <a:pPr lvl="1"/>
            <a:r>
              <a:rPr dirty="0"/>
              <a:t> </a:t>
            </a:r>
            <a:r>
              <a:rPr dirty="0" err="1"/>
              <a:t>neuropathy_pred</a:t>
            </a:r>
            <a:r>
              <a:rPr dirty="0"/>
              <a:t> = </a:t>
            </a:r>
            <a:r>
              <a:rPr dirty="0" err="1"/>
              <a:t>as.integer</a:t>
            </a:r>
            <a:r>
              <a:rPr dirty="0"/>
              <a:t>(</a:t>
            </a:r>
            <a:r>
              <a:rPr dirty="0" err="1"/>
              <a:t>find_complication</a:t>
            </a:r>
            <a:r>
              <a:rPr dirty="0"/>
              <a:t>(</a:t>
            </a:r>
            <a:r>
              <a:rPr dirty="0" err="1"/>
              <a:t>note_text</a:t>
            </a:r>
            <a:r>
              <a:rPr dirty="0"/>
              <a:t>, </a:t>
            </a:r>
            <a:r>
              <a:rPr dirty="0" err="1"/>
              <a:t>keywords$neuropathy</a:t>
            </a:r>
            <a:r>
              <a:rPr dirty="0"/>
              <a:t>)),</a:t>
            </a:r>
          </a:p>
          <a:p>
            <a:pPr lvl="1"/>
            <a:r>
              <a:rPr dirty="0"/>
              <a:t> </a:t>
            </a:r>
            <a:r>
              <a:rPr dirty="0" err="1"/>
              <a:t>nephropathy_pred</a:t>
            </a:r>
            <a:r>
              <a:rPr dirty="0"/>
              <a:t> = </a:t>
            </a:r>
            <a:r>
              <a:rPr dirty="0" err="1"/>
              <a:t>as.integer</a:t>
            </a:r>
            <a:r>
              <a:rPr dirty="0"/>
              <a:t>(</a:t>
            </a:r>
            <a:r>
              <a:rPr dirty="0" err="1"/>
              <a:t>find_complication</a:t>
            </a:r>
            <a:r>
              <a:rPr dirty="0"/>
              <a:t>(</a:t>
            </a:r>
            <a:r>
              <a:rPr dirty="0" err="1"/>
              <a:t>note_text</a:t>
            </a:r>
            <a:r>
              <a:rPr dirty="0"/>
              <a:t>, </a:t>
            </a:r>
            <a:r>
              <a:rPr dirty="0" err="1"/>
              <a:t>keywords$nephropathy</a:t>
            </a:r>
            <a:r>
              <a:rPr dirty="0"/>
              <a:t>)),</a:t>
            </a:r>
          </a:p>
          <a:p>
            <a:pPr lvl="1"/>
            <a:r>
              <a:rPr dirty="0"/>
              <a:t> </a:t>
            </a:r>
            <a:r>
              <a:rPr dirty="0" err="1"/>
              <a:t>retinopathy_pred</a:t>
            </a:r>
            <a:r>
              <a:rPr dirty="0"/>
              <a:t> = </a:t>
            </a:r>
            <a:r>
              <a:rPr dirty="0" err="1"/>
              <a:t>as.integer</a:t>
            </a:r>
            <a:r>
              <a:rPr dirty="0"/>
              <a:t>(</a:t>
            </a:r>
            <a:r>
              <a:rPr dirty="0" err="1"/>
              <a:t>find_complication</a:t>
            </a:r>
            <a:r>
              <a:rPr dirty="0"/>
              <a:t>(</a:t>
            </a:r>
            <a:r>
              <a:rPr dirty="0" err="1"/>
              <a:t>note_text</a:t>
            </a:r>
            <a:r>
              <a:rPr dirty="0"/>
              <a:t>, </a:t>
            </a:r>
            <a:r>
              <a:rPr dirty="0" err="1"/>
              <a:t>keywords$retinopathy</a:t>
            </a:r>
            <a:r>
              <a:rPr dirty="0"/>
              <a:t>)) 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Merge &amp;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 fontScale="85000" lnSpcReduction="10000"/>
          </a:bodyPr>
          <a:lstStyle/>
          <a:p>
            <a:endParaRPr dirty="0"/>
          </a:p>
          <a:p>
            <a:pPr lvl="1"/>
            <a:r>
              <a:rPr dirty="0" err="1"/>
              <a:t>eval_df</a:t>
            </a:r>
            <a:r>
              <a:rPr dirty="0"/>
              <a:t> &lt;- merge(predictions, </a:t>
            </a:r>
            <a:r>
              <a:rPr dirty="0" err="1"/>
              <a:t>gold_df</a:t>
            </a:r>
            <a:r>
              <a:rPr dirty="0"/>
              <a:t>, by='</a:t>
            </a:r>
            <a:r>
              <a:rPr dirty="0" err="1"/>
              <a:t>note_id</a:t>
            </a:r>
            <a:r>
              <a:rPr dirty="0"/>
              <a:t>')</a:t>
            </a:r>
          </a:p>
          <a:p>
            <a:pPr lvl="1"/>
            <a:r>
              <a:rPr dirty="0"/>
              <a:t>accuracy &lt;- function(</a:t>
            </a:r>
            <a:r>
              <a:rPr dirty="0" err="1"/>
              <a:t>pred</a:t>
            </a:r>
            <a:r>
              <a:rPr dirty="0"/>
              <a:t>, gold) round(mean(</a:t>
            </a:r>
            <a:r>
              <a:rPr dirty="0" err="1"/>
              <a:t>pred</a:t>
            </a:r>
            <a:r>
              <a:rPr dirty="0"/>
              <a:t> == gold),3)</a:t>
            </a:r>
          </a:p>
          <a:p>
            <a:pPr lvl="1"/>
            <a:r>
              <a:rPr dirty="0" err="1"/>
              <a:t>accuracy_neuro</a:t>
            </a:r>
            <a:r>
              <a:rPr dirty="0"/>
              <a:t> &lt;- accuracy(</a:t>
            </a:r>
            <a:r>
              <a:rPr dirty="0" err="1"/>
              <a:t>eval_df$neuropathy_pred</a:t>
            </a:r>
            <a:r>
              <a:rPr dirty="0"/>
              <a:t>, </a:t>
            </a:r>
            <a:r>
              <a:rPr dirty="0" err="1"/>
              <a:t>eval_df$neuropathy</a:t>
            </a:r>
            <a:r>
              <a:rPr dirty="0"/>
              <a:t>)</a:t>
            </a:r>
          </a:p>
          <a:p>
            <a:pPr lvl="1"/>
            <a:r>
              <a:rPr dirty="0" err="1"/>
              <a:t>accuracy_nephro</a:t>
            </a:r>
            <a:r>
              <a:rPr dirty="0"/>
              <a:t> &lt;- accuracy(</a:t>
            </a:r>
            <a:r>
              <a:rPr dirty="0" err="1"/>
              <a:t>eval_df$nephropathy_pred</a:t>
            </a:r>
            <a:r>
              <a:rPr dirty="0"/>
              <a:t>, </a:t>
            </a:r>
            <a:r>
              <a:rPr dirty="0" err="1"/>
              <a:t>eval_df$nephropathy</a:t>
            </a:r>
            <a:r>
              <a:rPr dirty="0"/>
              <a:t>)</a:t>
            </a:r>
          </a:p>
          <a:p>
            <a:pPr lvl="1"/>
            <a:r>
              <a:rPr dirty="0" err="1"/>
              <a:t>accuracy_retino</a:t>
            </a:r>
            <a:r>
              <a:rPr dirty="0"/>
              <a:t> &lt;- accuracy(</a:t>
            </a:r>
            <a:r>
              <a:rPr dirty="0" err="1"/>
              <a:t>eval_df$retinopathy_pred</a:t>
            </a:r>
            <a:r>
              <a:rPr dirty="0"/>
              <a:t>, </a:t>
            </a:r>
            <a:r>
              <a:rPr dirty="0" err="1"/>
              <a:t>eval_df$retinopathy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Incorrect Notes &amp; Negation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175" y="1467130"/>
            <a:ext cx="8229600" cy="4525963"/>
          </a:xfrm>
        </p:spPr>
        <p:txBody>
          <a:bodyPr>
            <a:normAutofit fontScale="70000" lnSpcReduction="20000"/>
          </a:bodyPr>
          <a:lstStyle/>
          <a:p>
            <a:endParaRPr dirty="0"/>
          </a:p>
          <a:p>
            <a:pPr lvl="1"/>
            <a:r>
              <a:rPr dirty="0" err="1"/>
              <a:t>incorrect_neuro</a:t>
            </a:r>
            <a:r>
              <a:rPr dirty="0"/>
              <a:t> &lt;- </a:t>
            </a:r>
            <a:r>
              <a:rPr dirty="0" err="1"/>
              <a:t>eval_df</a:t>
            </a:r>
            <a:r>
              <a:rPr dirty="0"/>
              <a:t> %&gt;% filter(</a:t>
            </a:r>
            <a:r>
              <a:rPr dirty="0" err="1"/>
              <a:t>neuropathy_pred</a:t>
            </a:r>
            <a:r>
              <a:rPr dirty="0"/>
              <a:t> != neuropathy)</a:t>
            </a:r>
          </a:p>
          <a:p>
            <a:pPr lvl="1"/>
            <a:r>
              <a:rPr dirty="0" err="1"/>
              <a:t>incorrect_nephro</a:t>
            </a:r>
            <a:r>
              <a:rPr dirty="0"/>
              <a:t> &lt;- </a:t>
            </a:r>
            <a:r>
              <a:rPr dirty="0" err="1"/>
              <a:t>eval_df</a:t>
            </a:r>
            <a:r>
              <a:rPr dirty="0"/>
              <a:t> %&gt;% filter(</a:t>
            </a:r>
            <a:r>
              <a:rPr dirty="0" err="1"/>
              <a:t>nephropathy_pred</a:t>
            </a:r>
            <a:r>
              <a:rPr dirty="0"/>
              <a:t> != nephropathy)</a:t>
            </a:r>
          </a:p>
          <a:p>
            <a:pPr lvl="1"/>
            <a:r>
              <a:rPr dirty="0" err="1"/>
              <a:t>incorrect_retino</a:t>
            </a:r>
            <a:r>
              <a:rPr dirty="0"/>
              <a:t> &lt;- </a:t>
            </a:r>
            <a:r>
              <a:rPr dirty="0" err="1"/>
              <a:t>eval_df</a:t>
            </a:r>
            <a:r>
              <a:rPr dirty="0"/>
              <a:t> %&gt;% filter(</a:t>
            </a:r>
            <a:r>
              <a:rPr dirty="0" err="1"/>
              <a:t>retinopathy_pred</a:t>
            </a:r>
            <a:r>
              <a:rPr dirty="0"/>
              <a:t> != retinopathy)</a:t>
            </a:r>
          </a:p>
          <a:p>
            <a:pPr lvl="1"/>
            <a:r>
              <a:rPr dirty="0" err="1"/>
              <a:t>is_negated</a:t>
            </a:r>
            <a:r>
              <a:rPr dirty="0"/>
              <a:t> &lt;- function(text, keyword){</a:t>
            </a:r>
          </a:p>
          <a:p>
            <a:pPr lvl="1"/>
            <a:r>
              <a:rPr dirty="0"/>
              <a:t> neg &lt;- c('</a:t>
            </a:r>
            <a:r>
              <a:rPr dirty="0" err="1"/>
              <a:t>no','not','denies','without','rule</a:t>
            </a:r>
            <a:r>
              <a:rPr dirty="0"/>
              <a:t> out')</a:t>
            </a:r>
          </a:p>
          <a:p>
            <a:pPr lvl="1"/>
            <a:r>
              <a:rPr dirty="0"/>
              <a:t> words &lt;- </a:t>
            </a:r>
            <a:r>
              <a:rPr dirty="0" err="1"/>
              <a:t>unlist</a:t>
            </a:r>
            <a:r>
              <a:rPr dirty="0"/>
              <a:t>(</a:t>
            </a:r>
            <a:r>
              <a:rPr dirty="0" err="1"/>
              <a:t>strsplit</a:t>
            </a:r>
            <a:r>
              <a:rPr dirty="0"/>
              <a:t>(</a:t>
            </a:r>
            <a:r>
              <a:rPr dirty="0" err="1"/>
              <a:t>tolower</a:t>
            </a:r>
            <a:r>
              <a:rPr dirty="0"/>
              <a:t>(text),' '))</a:t>
            </a:r>
          </a:p>
          <a:p>
            <a:pPr lvl="1"/>
            <a:r>
              <a:rPr dirty="0"/>
              <a:t> for(</a:t>
            </a:r>
            <a:r>
              <a:rPr dirty="0" err="1"/>
              <a:t>i</a:t>
            </a:r>
            <a:r>
              <a:rPr dirty="0"/>
              <a:t> in </a:t>
            </a:r>
            <a:r>
              <a:rPr dirty="0" err="1"/>
              <a:t>seq_along</a:t>
            </a:r>
            <a:r>
              <a:rPr dirty="0"/>
              <a:t>(words)){</a:t>
            </a:r>
          </a:p>
          <a:p>
            <a:pPr lvl="1"/>
            <a:r>
              <a:rPr dirty="0"/>
              <a:t>  if(</a:t>
            </a:r>
            <a:r>
              <a:rPr dirty="0" err="1"/>
              <a:t>grepl</a:t>
            </a:r>
            <a:r>
              <a:rPr dirty="0"/>
              <a:t>(keyword, words[</a:t>
            </a:r>
            <a:r>
              <a:rPr dirty="0" err="1"/>
              <a:t>i</a:t>
            </a:r>
            <a:r>
              <a:rPr dirty="0"/>
              <a:t>], </a:t>
            </a:r>
            <a:r>
              <a:rPr dirty="0" err="1"/>
              <a:t>ignore.case</a:t>
            </a:r>
            <a:r>
              <a:rPr dirty="0"/>
              <a:t>=TRUE)){</a:t>
            </a:r>
          </a:p>
          <a:p>
            <a:pPr lvl="1"/>
            <a:r>
              <a:rPr dirty="0"/>
              <a:t>   window &lt;- words[max(1,i-5):(i-1)]</a:t>
            </a:r>
          </a:p>
          <a:p>
            <a:pPr lvl="1"/>
            <a:r>
              <a:rPr dirty="0"/>
              <a:t>   if(any(window %in% neg)) return(TRUE) }}</a:t>
            </a:r>
          </a:p>
          <a:p>
            <a:pPr lvl="1"/>
            <a:r>
              <a:rPr dirty="0"/>
              <a:t> return(FALSE) 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620</Words>
  <Application>Microsoft Office PowerPoint</Application>
  <PresentationFormat>On-screen Show (4:3)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Diabetic Complication Identification (R Code)</vt:lpstr>
      <vt:lpstr>Libraries &amp; BigQuery Connection</vt:lpstr>
      <vt:lpstr>Load Notes &amp; Gold Standard</vt:lpstr>
      <vt:lpstr>Keywords &amp; Regex</vt:lpstr>
      <vt:lpstr>Window-Based Search Function</vt:lpstr>
      <vt:lpstr>Apply Classifier</vt:lpstr>
      <vt:lpstr>Merge &amp; Accuracy</vt:lpstr>
      <vt:lpstr>Incorrect Notes &amp; Negation Function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Diabetic Complication Identification (R Code)</dc:title>
  <dc:subject/>
  <dc:creator/>
  <cp:keywords/>
  <dc:description>generated using python-pptx</dc:description>
  <cp:lastModifiedBy>RAM PRASAD</cp:lastModifiedBy>
  <cp:revision>2</cp:revision>
  <dcterms:created xsi:type="dcterms:W3CDTF">2013-01-27T09:14:16Z</dcterms:created>
  <dcterms:modified xsi:type="dcterms:W3CDTF">2025-12-15T16:26:46Z</dcterms:modified>
  <cp:category/>
</cp:coreProperties>
</file>