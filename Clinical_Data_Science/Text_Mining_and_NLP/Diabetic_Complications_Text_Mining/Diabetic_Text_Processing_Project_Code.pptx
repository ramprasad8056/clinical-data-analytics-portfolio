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41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library(</a:t>
            </a:r>
            <a:r>
              <a:rPr dirty="0" err="1"/>
              <a:t>bigrquery</a:t>
            </a:r>
            <a:r>
              <a:rPr dirty="0"/>
              <a:t>)</a:t>
            </a:r>
          </a:p>
          <a:p>
            <a:r>
              <a:rPr dirty="0"/>
              <a:t>library(</a:t>
            </a:r>
            <a:r>
              <a:rPr dirty="0" err="1"/>
              <a:t>dplyr</a:t>
            </a:r>
            <a:r>
              <a:rPr dirty="0"/>
              <a:t>)</a:t>
            </a:r>
          </a:p>
          <a:p>
            <a:r>
              <a:rPr dirty="0"/>
              <a:t>library(</a:t>
            </a:r>
            <a:r>
              <a:rPr dirty="0" err="1"/>
              <a:t>stringr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Clinical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notes &lt;- bq_table_download(</a:t>
            </a:r>
          </a:p>
          <a:p>
            <a:r>
              <a:t>  bq_table('learnclinicaldatascience',</a:t>
            </a:r>
          </a:p>
          <a:p>
            <a:r>
              <a:t>           'course4_data',</a:t>
            </a:r>
          </a:p>
          <a:p>
            <a:r>
              <a:t>           'diabetes_notes')</a:t>
            </a:r>
          </a:p>
          <a:p>
            <a: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Gold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gold &lt;- bq_table_download(</a:t>
            </a:r>
          </a:p>
          <a:p>
            <a:r>
              <a:t>  bq_table('learnclinicaldatascience',</a:t>
            </a:r>
          </a:p>
          <a:p>
            <a:r>
              <a:t>           'course4_data',</a:t>
            </a:r>
          </a:p>
          <a:p>
            <a:r>
              <a:t>           'diabetes_goldstandard')</a:t>
            </a:r>
          </a:p>
          <a:p>
            <a: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Processing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/>
              <a:t>notes &lt;- notes %&gt;%</a:t>
            </a:r>
          </a:p>
          <a:p>
            <a:r>
              <a:rPr sz="2500"/>
              <a:t>  mutate(</a:t>
            </a:r>
          </a:p>
          <a:p>
            <a:r>
              <a:rPr sz="2500"/>
              <a:t>    neuropathy_flag = str_detect(tolower(note_text),</a:t>
            </a:r>
          </a:p>
          <a:p>
            <a:r>
              <a:rPr sz="2500"/>
              <a:t>      'neuropathy|numb(ness)?|tingling|burning pain'),</a:t>
            </a:r>
          </a:p>
          <a:p>
            <a:r>
              <a:rPr sz="2500"/>
              <a:t>    nephropathy_flag = str_detect(tolower(note_text),</a:t>
            </a:r>
          </a:p>
          <a:p>
            <a:r>
              <a:rPr sz="2500"/>
              <a:t>      'nephropathy|renal|kidney failure|proteinuria'),</a:t>
            </a:r>
          </a:p>
          <a:p>
            <a:r>
              <a:rPr sz="2500"/>
              <a:t>    retinopathy_flag = str_detect(tolower(note_text),</a:t>
            </a:r>
          </a:p>
          <a:p>
            <a:r>
              <a:rPr sz="2500"/>
              <a:t>      'retinopathy|retinal|blurred vision')</a:t>
            </a:r>
          </a:p>
          <a:p>
            <a:r>
              <a:rPr sz="2500"/>
              <a:t> 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with Gold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results &lt;- notes %&gt;%</a:t>
            </a:r>
          </a:p>
          <a:p>
            <a:r>
              <a:t>  inner_join(gold, by = 'note_id')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table(results$neuropathy_flag,</a:t>
            </a:r>
          </a:p>
          <a:p>
            <a:r>
              <a:t>      results$neuropathy)</a:t>
            </a:r>
          </a:p>
          <a:p>
            <a:endParaRPr/>
          </a:p>
          <a:p>
            <a:r>
              <a:t>table(results$nephropathy_flag,</a:t>
            </a:r>
          </a:p>
          <a:p>
            <a:r>
              <a:t>      results$nephropathy)</a:t>
            </a:r>
          </a:p>
          <a:p>
            <a:endParaRPr/>
          </a:p>
          <a:p>
            <a:r>
              <a:t>table(results$retinopathy_flag,</a:t>
            </a:r>
          </a:p>
          <a:p>
            <a:r>
              <a:t>      results$retinopathy)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Libraries</vt:lpstr>
      <vt:lpstr>Load Clinical Notes</vt:lpstr>
      <vt:lpstr>Load Gold Standard</vt:lpstr>
      <vt:lpstr>Text Processing Logic</vt:lpstr>
      <vt:lpstr>Merge with Gold Standard</vt:lpstr>
      <vt:lpstr>Performance Evaluation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Libraries</dc:title>
  <dc:subject/>
  <dc:creator/>
  <cp:keywords/>
  <dc:description>generated using python-pptx</dc:description>
  <cp:lastModifiedBy>RAM PRASAD</cp:lastModifiedBy>
  <cp:revision>2</cp:revision>
  <dcterms:created xsi:type="dcterms:W3CDTF">2013-01-27T09:14:16Z</dcterms:created>
  <dcterms:modified xsi:type="dcterms:W3CDTF">2025-12-16T14:30:59Z</dcterms:modified>
  <cp:category/>
</cp:coreProperties>
</file>